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2" r:id="rId5"/>
  </p:sldIdLst>
  <p:sldSz cx="18288000" cy="10287000"/>
  <p:notesSz cx="6858000" cy="9144000"/>
  <p:embeddedFontLst>
    <p:embeddedFont>
      <p:font typeface="Chunk Five" panose="020B0604020202020204" charset="0"/>
      <p:regular r:id="rId6"/>
    </p:embeddedFont>
    <p:embeddedFont>
      <p:font typeface="Hammersmith One" panose="02010703030501060504" pitchFamily="2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52643" y="794290"/>
            <a:ext cx="13468489" cy="3168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78"/>
              </a:lnSpc>
            </a:pPr>
            <a:r>
              <a:rPr lang="en-US" sz="13538" dirty="0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INTERNSHIP TASK -4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52643" y="4706985"/>
            <a:ext cx="13468489" cy="234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63"/>
              </a:lnSpc>
            </a:pPr>
            <a:r>
              <a:rPr lang="en-US" sz="6740" dirty="0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SPEECH</a:t>
            </a:r>
          </a:p>
          <a:p>
            <a:pPr algn="ctr">
              <a:lnSpc>
                <a:spcPts val="5863"/>
              </a:lnSpc>
            </a:pPr>
            <a:r>
              <a:rPr lang="en-US" sz="6740" dirty="0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RECOGNITION</a:t>
            </a:r>
          </a:p>
          <a:p>
            <a:pPr algn="ctr">
              <a:lnSpc>
                <a:spcPts val="5863"/>
              </a:lnSpc>
            </a:pPr>
            <a:r>
              <a:rPr lang="en-US" sz="6740" dirty="0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99136" y="7456319"/>
            <a:ext cx="13468489" cy="1692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63"/>
              </a:lnSpc>
            </a:pPr>
            <a:r>
              <a:rPr lang="en-US" sz="6740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KEVIN VICTOR </a:t>
            </a:r>
          </a:p>
          <a:p>
            <a:pPr algn="ctr">
              <a:lnSpc>
                <a:spcPts val="5863"/>
              </a:lnSpc>
            </a:pPr>
            <a:r>
              <a:rPr lang="en-US" sz="6740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Intern ID : CTIS8913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73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58861">
            <a:off x="11093166" y="5024255"/>
            <a:ext cx="6780992" cy="4943960"/>
          </a:xfrm>
          <a:custGeom>
            <a:avLst/>
            <a:gdLst/>
            <a:ahLst/>
            <a:cxnLst/>
            <a:rect l="l" t="t" r="r" b="b"/>
            <a:pathLst>
              <a:path w="6780992" h="4943960">
                <a:moveTo>
                  <a:pt x="0" y="0"/>
                </a:moveTo>
                <a:lnTo>
                  <a:pt x="6780992" y="0"/>
                </a:lnTo>
                <a:lnTo>
                  <a:pt x="6780992" y="4943960"/>
                </a:lnTo>
                <a:lnTo>
                  <a:pt x="0" y="4943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63887" y="802170"/>
            <a:ext cx="4553602" cy="4114800"/>
          </a:xfrm>
          <a:custGeom>
            <a:avLst/>
            <a:gdLst/>
            <a:ahLst/>
            <a:cxnLst/>
            <a:rect l="l" t="t" r="r" b="b"/>
            <a:pathLst>
              <a:path w="4553602" h="4114800">
                <a:moveTo>
                  <a:pt x="0" y="0"/>
                </a:moveTo>
                <a:lnTo>
                  <a:pt x="4553602" y="0"/>
                </a:lnTo>
                <a:lnTo>
                  <a:pt x="45536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62138" y="7496235"/>
            <a:ext cx="5097162" cy="4114800"/>
          </a:xfrm>
          <a:custGeom>
            <a:avLst/>
            <a:gdLst/>
            <a:ahLst/>
            <a:cxnLst/>
            <a:rect l="l" t="t" r="r" b="b"/>
            <a:pathLst>
              <a:path w="5097162" h="4114800">
                <a:moveTo>
                  <a:pt x="0" y="0"/>
                </a:moveTo>
                <a:lnTo>
                  <a:pt x="5097162" y="0"/>
                </a:lnTo>
                <a:lnTo>
                  <a:pt x="50971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70147" y="1782366"/>
            <a:ext cx="10493740" cy="1835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353"/>
              </a:lnSpc>
            </a:pPr>
            <a:r>
              <a:rPr lang="en-US" sz="14205" dirty="0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TASK 4 </a:t>
            </a:r>
          </a:p>
        </p:txBody>
      </p:sp>
      <p:sp>
        <p:nvSpPr>
          <p:cNvPr id="6" name="Freeform 6"/>
          <p:cNvSpPr/>
          <p:nvPr/>
        </p:nvSpPr>
        <p:spPr>
          <a:xfrm rot="-6198965">
            <a:off x="15085331" y="5580517"/>
            <a:ext cx="4036960" cy="455076"/>
          </a:xfrm>
          <a:custGeom>
            <a:avLst/>
            <a:gdLst/>
            <a:ahLst/>
            <a:cxnLst/>
            <a:rect l="l" t="t" r="r" b="b"/>
            <a:pathLst>
              <a:path w="4036960" h="455076">
                <a:moveTo>
                  <a:pt x="0" y="0"/>
                </a:moveTo>
                <a:lnTo>
                  <a:pt x="4036960" y="0"/>
                </a:lnTo>
                <a:lnTo>
                  <a:pt x="4036960" y="455075"/>
                </a:lnTo>
                <a:lnTo>
                  <a:pt x="0" y="4550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70147" y="5495479"/>
            <a:ext cx="8462762" cy="1463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5"/>
              </a:lnSpc>
            </a:pPr>
            <a:r>
              <a:rPr lang="en-US" sz="3199" dirty="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BUILD A BASIC SPEECH RECOGNITION</a:t>
            </a:r>
          </a:p>
          <a:p>
            <a:pPr algn="just">
              <a:lnSpc>
                <a:spcPts val="3775"/>
              </a:lnSpc>
            </a:pPr>
            <a:r>
              <a:rPr lang="en-US" sz="3199" dirty="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SYSTEM FOR COMMAND-BASED CONTROL OF</a:t>
            </a:r>
          </a:p>
          <a:p>
            <a:pPr algn="just">
              <a:lnSpc>
                <a:spcPts val="3775"/>
              </a:lnSpc>
            </a:pPr>
            <a:r>
              <a:rPr lang="en-US" sz="3199" dirty="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DEVICES USING AN EMBEDDED 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6A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344665" y="545970"/>
            <a:ext cx="15598671" cy="1919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27"/>
              </a:lnSpc>
            </a:pPr>
            <a:r>
              <a:rPr lang="en-US" sz="13709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CIRCUIT DESIGN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395386" y="3266357"/>
            <a:ext cx="6519468" cy="5512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82"/>
              </a:lnSpc>
            </a:pPr>
            <a:r>
              <a:rPr lang="en-US" sz="5611" dirty="0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Components </a:t>
            </a:r>
          </a:p>
          <a:p>
            <a:pPr algn="ctr">
              <a:lnSpc>
                <a:spcPts val="4882"/>
              </a:lnSpc>
            </a:pPr>
            <a:endParaRPr lang="en-US" sz="5611" dirty="0">
              <a:solidFill>
                <a:srgbClr val="F2F1EB"/>
              </a:solidFill>
              <a:latin typeface="Chunk Five"/>
              <a:ea typeface="Chunk Five"/>
              <a:cs typeface="Chunk Five"/>
              <a:sym typeface="Chunk Five"/>
            </a:endParaRPr>
          </a:p>
          <a:p>
            <a:pPr marL="1017239" lvl="1" indent="-508619" algn="l">
              <a:lnSpc>
                <a:spcPts val="4099"/>
              </a:lnSpc>
              <a:buAutoNum type="arabicPeriod"/>
            </a:pPr>
            <a:r>
              <a:rPr lang="en-US" sz="4711" dirty="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Buzzer </a:t>
            </a:r>
          </a:p>
          <a:p>
            <a:pPr algn="l">
              <a:lnSpc>
                <a:spcPts val="4099"/>
              </a:lnSpc>
            </a:pPr>
            <a:endParaRPr lang="en-US" sz="4711" dirty="0">
              <a:solidFill>
                <a:srgbClr val="F2F1EB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1017239" lvl="1" indent="-508619" algn="l">
              <a:lnSpc>
                <a:spcPts val="4099"/>
              </a:lnSpc>
              <a:buAutoNum type="arabicPeriod"/>
            </a:pPr>
            <a:r>
              <a:rPr lang="en-US" sz="4711" dirty="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Arduino Uno R3</a:t>
            </a:r>
          </a:p>
          <a:p>
            <a:pPr algn="l">
              <a:lnSpc>
                <a:spcPts val="4099"/>
              </a:lnSpc>
            </a:pPr>
            <a:endParaRPr lang="en-US" sz="4711" dirty="0">
              <a:solidFill>
                <a:srgbClr val="F2F1EB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1017239" lvl="1" indent="-508619" algn="l">
              <a:lnSpc>
                <a:spcPts val="4099"/>
              </a:lnSpc>
              <a:buAutoNum type="arabicPeriod"/>
            </a:pPr>
            <a:r>
              <a:rPr lang="en-US" sz="4711" dirty="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LED Bulb ( 4 </a:t>
            </a:r>
            <a:r>
              <a:rPr lang="en-US" sz="4711" dirty="0" err="1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nos</a:t>
            </a:r>
            <a:r>
              <a:rPr lang="en-US" sz="4711" dirty="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) </a:t>
            </a:r>
          </a:p>
          <a:p>
            <a:pPr marL="508620" lvl="1" algn="l">
              <a:lnSpc>
                <a:spcPts val="4099"/>
              </a:lnSpc>
            </a:pPr>
            <a:endParaRPr lang="en-US" sz="4711" dirty="0">
              <a:solidFill>
                <a:srgbClr val="F2F1EB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  <a:p>
            <a:pPr marL="508620" lvl="1" algn="l">
              <a:lnSpc>
                <a:spcPts val="4099"/>
              </a:lnSpc>
            </a:pPr>
            <a:r>
              <a:rPr lang="en-US" sz="4711" dirty="0">
                <a:solidFill>
                  <a:srgbClr val="F2F1EB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1. Voice Recognition Module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CC66D3-1AEC-C8EB-EAFD-DE3E573E1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46" y="2095500"/>
            <a:ext cx="10259857" cy="80497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6A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112674" y="577544"/>
            <a:ext cx="15996418" cy="9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4"/>
              </a:lnSpc>
            </a:pPr>
            <a:r>
              <a:rPr lang="en-US" sz="7211">
                <a:solidFill>
                  <a:srgbClr val="F2F1EB"/>
                </a:solidFill>
                <a:latin typeface="Chunk Five"/>
                <a:ea typeface="Chunk Five"/>
                <a:cs typeface="Chunk Five"/>
                <a:sym typeface="Chunk Five"/>
              </a:rPr>
              <a:t>OUTPUT DEMONSTRATION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E3C36-573D-073E-8849-8B6745DF1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786605"/>
            <a:ext cx="12736926" cy="79228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</Words>
  <Application>Microsoft Office PowerPoint</Application>
  <PresentationFormat>Custom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Chunk Five</vt:lpstr>
      <vt:lpstr>Hammersmith One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Grey  Simple Architecture Group Project Presentation</dc:title>
  <dc:creator>Kevin Victor</dc:creator>
  <cp:lastModifiedBy>KEVIN VICTOR</cp:lastModifiedBy>
  <cp:revision>5</cp:revision>
  <dcterms:created xsi:type="dcterms:W3CDTF">2006-08-16T00:00:00Z</dcterms:created>
  <dcterms:modified xsi:type="dcterms:W3CDTF">2026-04-29T06:42:03Z</dcterms:modified>
  <dc:identifier>DAHHrwkAdnY</dc:identifier>
</cp:coreProperties>
</file>