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hunk Five" panose="020B0604020202020204" charset="0"/>
      <p:regular r:id="rId9"/>
    </p:embeddedFont>
    <p:embeddedFont>
      <p:font typeface="Hammersmith One" panose="020F0502020204030204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52643" y="794290"/>
            <a:ext cx="13468489" cy="339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8"/>
              </a:lnSpc>
            </a:pPr>
            <a:r>
              <a:rPr lang="en-US" sz="13538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INTERNSHIP TASK -1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2643" y="4706985"/>
            <a:ext cx="13468489" cy="94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PUSH BUTTON COUNTER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9136" y="7456319"/>
            <a:ext cx="13468489" cy="169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KEVIN VICTOR </a:t>
            </a:r>
          </a:p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Intern ID : CTIS8913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58861">
            <a:off x="11093166" y="5024255"/>
            <a:ext cx="6780992" cy="4943960"/>
          </a:xfrm>
          <a:custGeom>
            <a:avLst/>
            <a:gdLst/>
            <a:ahLst/>
            <a:cxnLst/>
            <a:rect l="l" t="t" r="r" b="b"/>
            <a:pathLst>
              <a:path w="6780992" h="4943960">
                <a:moveTo>
                  <a:pt x="0" y="0"/>
                </a:moveTo>
                <a:lnTo>
                  <a:pt x="6780992" y="0"/>
                </a:lnTo>
                <a:lnTo>
                  <a:pt x="6780992" y="4943960"/>
                </a:lnTo>
                <a:lnTo>
                  <a:pt x="0" y="4943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63887" y="802170"/>
            <a:ext cx="4553602" cy="4114800"/>
          </a:xfrm>
          <a:custGeom>
            <a:avLst/>
            <a:gdLst/>
            <a:ahLst/>
            <a:cxnLst/>
            <a:rect l="l" t="t" r="r" b="b"/>
            <a:pathLst>
              <a:path w="4553602" h="4114800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62138" y="7496235"/>
            <a:ext cx="5097162" cy="4114800"/>
          </a:xfrm>
          <a:custGeom>
            <a:avLst/>
            <a:gdLst/>
            <a:ahLst/>
            <a:cxnLst/>
            <a:rect l="l" t="t" r="r" b="b"/>
            <a:pathLst>
              <a:path w="5097162" h="4114800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0147" y="1782366"/>
            <a:ext cx="10493740" cy="208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353"/>
              </a:lnSpc>
            </a:pPr>
            <a:r>
              <a:rPr lang="en-US" sz="14205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TASK 1 </a:t>
            </a:r>
          </a:p>
        </p:txBody>
      </p:sp>
      <p:sp>
        <p:nvSpPr>
          <p:cNvPr id="6" name="Freeform 6"/>
          <p:cNvSpPr/>
          <p:nvPr/>
        </p:nvSpPr>
        <p:spPr>
          <a:xfrm rot="-6198965">
            <a:off x="15085331" y="5580517"/>
            <a:ext cx="4036960" cy="455076"/>
          </a:xfrm>
          <a:custGeom>
            <a:avLst/>
            <a:gdLst/>
            <a:ahLst/>
            <a:cxnLst/>
            <a:rect l="l" t="t" r="r" b="b"/>
            <a:pathLst>
              <a:path w="4036960" h="455076">
                <a:moveTo>
                  <a:pt x="0" y="0"/>
                </a:moveTo>
                <a:lnTo>
                  <a:pt x="4036960" y="0"/>
                </a:lnTo>
                <a:lnTo>
                  <a:pt x="4036960" y="455075"/>
                </a:lnTo>
                <a:lnTo>
                  <a:pt x="0" y="455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0147" y="5495479"/>
            <a:ext cx="8462762" cy="14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5"/>
              </a:lnSpc>
            </a:pPr>
            <a:r>
              <a:rPr lang="en-US" sz="3199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USE A TEMPERATURE SENSOR TO READ AND DISPLAY TEMPERATURE DATA ON AN LCD OR SERIAL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974" y="2908320"/>
            <a:ext cx="11301259" cy="5325718"/>
          </a:xfrm>
          <a:custGeom>
            <a:avLst/>
            <a:gdLst/>
            <a:ahLst/>
            <a:cxnLst/>
            <a:rect l="l" t="t" r="r" b="b"/>
            <a:pathLst>
              <a:path w="11301259" h="5325718">
                <a:moveTo>
                  <a:pt x="0" y="0"/>
                </a:moveTo>
                <a:lnTo>
                  <a:pt x="11301259" y="0"/>
                </a:lnTo>
                <a:lnTo>
                  <a:pt x="11301259" y="5325718"/>
                </a:lnTo>
                <a:lnTo>
                  <a:pt x="0" y="5325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44665" y="545970"/>
            <a:ext cx="15598671" cy="191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7"/>
              </a:lnSpc>
            </a:pPr>
            <a:r>
              <a:rPr lang="en-US" sz="13709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CIRCUIT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95386" y="3266357"/>
            <a:ext cx="6519468" cy="4464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56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Components </a:t>
            </a:r>
          </a:p>
          <a:p>
            <a:pPr algn="ctr">
              <a:lnSpc>
                <a:spcPts val="4882"/>
              </a:lnSpc>
            </a:pPr>
            <a:endParaRPr lang="en-US" sz="5611">
              <a:solidFill>
                <a:srgbClr val="F2F1EB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Temperature sensor - TMP36</a:t>
            </a:r>
          </a:p>
          <a:p>
            <a:pPr algn="l">
              <a:lnSpc>
                <a:spcPts val="4099"/>
              </a:lnSpc>
            </a:pPr>
            <a:endParaRPr lang="en-US" sz="4711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Arduino Uno R3</a:t>
            </a:r>
          </a:p>
          <a:p>
            <a:pPr algn="l">
              <a:lnSpc>
                <a:spcPts val="4099"/>
              </a:lnSpc>
            </a:pPr>
            <a:endParaRPr lang="en-US" sz="4711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lcd ( 16 X 2 )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99972" y="133350"/>
            <a:ext cx="5601814" cy="152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92"/>
              </a:lnSpc>
            </a:pPr>
            <a:r>
              <a:rPr lang="en-US" sz="1091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CODE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4499" y="1609792"/>
            <a:ext cx="12397468" cy="890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#include &lt;Adafruit_LiquidCrystal.h&gt;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Includes library to control LCD using I2C (simplifies wiring)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 temp = 0;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Variable to store calculated temperature value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Adafruit_LiquidCrystal lcd_1(0);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Create LCD object (I2C address = 0 in Tinkercad default)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void setup()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{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pinMode(A0, INPUT);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Sets analog pin A0 as input (connected to TMP36 sensor)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Serial.begin(9600);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Starts serial communication at 9600 baud (for debugging/output)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lcd_1.begin(16, 2);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Initializes LCD with 16 columns and 2 rows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}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void loop()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{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1285" y="326219"/>
            <a:ext cx="5601814" cy="119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491"/>
              </a:lnSpc>
            </a:pPr>
            <a:r>
              <a:rPr lang="en-US" sz="86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CODE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3843" y="1005840"/>
            <a:ext cx="12397468" cy="928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Read analog value from TMP36 sensor (0–1023 range)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int rawValue = analogRead(A0);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Convert analog reading to temperature using mapping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Breakdown: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(analogRead(A0) - 20) → small offset correction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* 3.04 → scaling factor (approx conversion to voltage/temp)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temp = map(((rawValue - 20) * 3.04), 0, 1023, -20, 120);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Serial.println(temp);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Print temperature to Serial Monitor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Set cursor to first row, first column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lcd_1.setCursor(0, 0);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lcd_1.print("Temp. Monitr. system");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Display system title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Set cursor to second row, first column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lcd_1.setCursor(0, 1);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lcd_1.print("Temp Value=");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Display label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// Move cursor to position where value will be shown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lcd_1.setCursor(12, 1);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lcd_1.print(temp);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Print temperature value on LCD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delay(10);  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 // Small delay to stabilize readings and avoid flickering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05155" y="2110608"/>
            <a:ext cx="11790007" cy="7147692"/>
          </a:xfrm>
          <a:custGeom>
            <a:avLst/>
            <a:gdLst/>
            <a:ahLst/>
            <a:cxnLst/>
            <a:rect l="l" t="t" r="r" b="b"/>
            <a:pathLst>
              <a:path w="11790007" h="7147692">
                <a:moveTo>
                  <a:pt x="0" y="0"/>
                </a:moveTo>
                <a:lnTo>
                  <a:pt x="11790007" y="0"/>
                </a:lnTo>
                <a:lnTo>
                  <a:pt x="11790007" y="7147692"/>
                </a:lnTo>
                <a:lnTo>
                  <a:pt x="0" y="7147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62782" y="577544"/>
            <a:ext cx="15996418" cy="9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72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SCHEMATIC VIEW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575106"/>
            <a:ext cx="14630400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12674" y="577544"/>
            <a:ext cx="15996418" cy="9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72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OUTPUT DEMONSTRATION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Custom</PresentationFormat>
  <Paragraphs>67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Chunk Five</vt:lpstr>
      <vt:lpstr>Hammersmith One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Grey  Simple Architecture Group Project Presentation</dc:title>
  <dc:creator>Kevin Victor</dc:creator>
  <cp:lastModifiedBy>KEVIN VICTOR</cp:lastModifiedBy>
  <cp:revision>1</cp:revision>
  <dcterms:created xsi:type="dcterms:W3CDTF">2006-08-16T00:00:00Z</dcterms:created>
  <dcterms:modified xsi:type="dcterms:W3CDTF">2026-04-23T15:36:17Z</dcterms:modified>
  <dc:identifier>DAHHrwkAdnY</dc:identifier>
</cp:coreProperties>
</file>